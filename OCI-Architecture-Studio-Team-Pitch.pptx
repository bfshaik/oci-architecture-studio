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simple value statement. Do not dive into model names yet.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1051560"/>
            <a:ext cx="749808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OCI Architecture Studio</a:t>
            </a:r>
            <a:endParaRPr lang="en-US" sz="3500" dirty="0"/>
          </a:p>
        </p:txBody>
      </p:sp>
      <p:sp>
        <p:nvSpPr>
          <p:cNvPr id="4" name="Text 2"/>
          <p:cNvSpPr/>
          <p:nvPr/>
        </p:nvSpPr>
        <p:spPr>
          <a:xfrm>
            <a:off x="694944" y="1783080"/>
            <a:ext cx="66751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5B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simple, evidence-backed assistant for reviewing OCI architecture decisions.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13232" y="2743200"/>
            <a:ext cx="5349240" cy="1417320"/>
          </a:xfrm>
          <a:prstGeom prst="roundRect">
            <a:avLst>
              <a:gd name="adj" fmla="val 4516"/>
            </a:avLst>
          </a:prstGeom>
          <a:solidFill>
            <a:srgbClr val="F6F7F9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990088"/>
            <a:ext cx="1828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Presenter message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987552" y="3328416"/>
            <a:ext cx="44805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helps teams move from a question to a reviewable OCI recommendation with citations.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731520" y="4617720"/>
            <a:ext cx="1097280" cy="310896"/>
          </a:xfrm>
          <a:prstGeom prst="roundRect">
            <a:avLst>
              <a:gd name="adj" fmla="val 29412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4690872"/>
            <a:ext cx="95097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GenAI</a:t>
            </a:r>
            <a:endParaRPr lang="en-US" sz="830" dirty="0"/>
          </a:p>
        </p:txBody>
      </p:sp>
      <p:sp>
        <p:nvSpPr>
          <p:cNvPr id="10" name="Shape 8"/>
          <p:cNvSpPr/>
          <p:nvPr/>
        </p:nvSpPr>
        <p:spPr>
          <a:xfrm>
            <a:off x="1965960" y="4617720"/>
            <a:ext cx="1234440" cy="310896"/>
          </a:xfrm>
          <a:prstGeom prst="roundRect">
            <a:avLst>
              <a:gd name="adj" fmla="val 29412"/>
            </a:avLst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39112" y="4690872"/>
            <a:ext cx="108813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Vector</a:t>
            </a:r>
            <a:endParaRPr lang="en-US" sz="830" dirty="0"/>
          </a:p>
        </p:txBody>
      </p:sp>
      <p:sp>
        <p:nvSpPr>
          <p:cNvPr id="12" name="Shape 10"/>
          <p:cNvSpPr/>
          <p:nvPr/>
        </p:nvSpPr>
        <p:spPr>
          <a:xfrm>
            <a:off x="3337560" y="4617720"/>
            <a:ext cx="960120" cy="310896"/>
          </a:xfrm>
          <a:prstGeom prst="roundRect">
            <a:avLst>
              <a:gd name="adj" fmla="val 29412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10712" y="4690872"/>
            <a:ext cx="81381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</a:t>
            </a:r>
            <a:endParaRPr lang="en-US" sz="830" dirty="0"/>
          </a:p>
        </p:txBody>
      </p:sp>
      <p:sp>
        <p:nvSpPr>
          <p:cNvPr id="14" name="Shape 12"/>
          <p:cNvSpPr/>
          <p:nvPr/>
        </p:nvSpPr>
        <p:spPr>
          <a:xfrm>
            <a:off x="4434840" y="4617720"/>
            <a:ext cx="1325880" cy="310896"/>
          </a:xfrm>
          <a:prstGeom prst="roundRect">
            <a:avLst>
              <a:gd name="adj" fmla="val 29412"/>
            </a:avLst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07992" y="4690872"/>
            <a:ext cx="1179576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 Ready</a:t>
            </a:r>
            <a:endParaRPr lang="en-US" sz="830" dirty="0"/>
          </a:p>
        </p:txBody>
      </p:sp>
      <p:sp>
        <p:nvSpPr>
          <p:cNvPr id="16" name="Shape 14"/>
          <p:cNvSpPr/>
          <p:nvPr/>
        </p:nvSpPr>
        <p:spPr>
          <a:xfrm rot="1200000">
            <a:off x="8138160" y="1417320"/>
            <a:ext cx="2651760" cy="2651760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C7463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12000000">
            <a:off x="8641080" y="1920240"/>
            <a:ext cx="1645920" cy="1645920"/>
          </a:xfrm>
          <a:prstGeom prst="arc">
            <a:avLst/>
          </a:prstGeom>
          <a:solidFill>
            <a:srgbClr val="FFFFFF">
              <a:alpha val="0"/>
            </a:srgbClr>
          </a:solidFill>
          <a:ln w="63500">
            <a:solidFill>
              <a:srgbClr val="36506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6928" y="4754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2400" dirty="0"/>
          </a:p>
        </p:txBody>
      </p:sp>
      <p:sp>
        <p:nvSpPr>
          <p:cNvPr id="21" name="Text 18"/>
          <p:cNvSpPr/>
          <p:nvPr/>
        </p:nvSpPr>
        <p:spPr>
          <a:xfrm>
            <a:off x="11201400" y="64282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673"/>
                </a:solidFill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We Built It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</a:rPr>
              <a:t>Architecture reviews need speed, consistency, and evidence.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673"/>
                </a:solidFill>
              </a:rPr>
              <a:t>02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13232" y="182880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6F7F9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9264" y="2788920"/>
            <a:ext cx="26974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Manual lookup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Inconsistent answers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to trace evidence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70832" y="182880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6F7F9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26864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65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Studio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26864" y="2788920"/>
            <a:ext cx="26974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review flow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OCI context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 and risks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28432" y="1828800"/>
            <a:ext cx="3429000" cy="2926080"/>
          </a:xfrm>
          <a:prstGeom prst="roundRect">
            <a:avLst>
              <a:gd name="adj" fmla="val 2188"/>
            </a:avLst>
          </a:prstGeom>
          <a:solidFill>
            <a:srgbClr val="F6F7F9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2148840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284464" y="2788920"/>
            <a:ext cx="269748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first pass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Cleaner team discussion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Rollback-safe operations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097280" y="5623560"/>
            <a:ext cx="987552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2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goal is not to replace architects. It gives architects a better starting point.</a:t>
            </a:r>
            <a:endParaRPr lang="en-US" sz="14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Flow Works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</a:rPr>
              <a:t>Retrieve OCI evidence first, then synthesize a structured answer.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673"/>
                </a:solidFill>
              </a:rPr>
              <a:t>03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965960"/>
            <a:ext cx="1508760" cy="841248"/>
          </a:xfrm>
          <a:prstGeom prst="roundRect">
            <a:avLst>
              <a:gd name="adj" fmla="val 7609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121408"/>
            <a:ext cx="12893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280" dirty="0"/>
          </a:p>
        </p:txBody>
      </p:sp>
      <p:sp>
        <p:nvSpPr>
          <p:cNvPr id="8" name="Text 6"/>
          <p:cNvSpPr/>
          <p:nvPr/>
        </p:nvSpPr>
        <p:spPr>
          <a:xfrm>
            <a:off x="749808" y="2423160"/>
            <a:ext cx="12893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 + options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651760" y="1965960"/>
            <a:ext cx="1508760" cy="841248"/>
          </a:xfrm>
          <a:prstGeom prst="roundRect">
            <a:avLst>
              <a:gd name="adj" fmla="val 7609"/>
            </a:avLst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61488" y="2121408"/>
            <a:ext cx="12893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</a:t>
            </a:r>
            <a:endParaRPr lang="en-US" sz="1280" dirty="0"/>
          </a:p>
        </p:txBody>
      </p:sp>
      <p:sp>
        <p:nvSpPr>
          <p:cNvPr id="11" name="Text 9"/>
          <p:cNvSpPr/>
          <p:nvPr/>
        </p:nvSpPr>
        <p:spPr>
          <a:xfrm>
            <a:off x="2761488" y="2423160"/>
            <a:ext cx="12893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backend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663440" y="1965960"/>
            <a:ext cx="1508760" cy="841248"/>
          </a:xfrm>
          <a:prstGeom prst="roundRect">
            <a:avLst>
              <a:gd name="adj" fmla="val 7609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2121408"/>
            <a:ext cx="12893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4773168" y="2423160"/>
            <a:ext cx="12893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evidence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6675120" y="1965960"/>
            <a:ext cx="1508760" cy="841248"/>
          </a:xfrm>
          <a:prstGeom prst="roundRect">
            <a:avLst>
              <a:gd name="adj" fmla="val 7609"/>
            </a:avLst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84848" y="2121408"/>
            <a:ext cx="12893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GenAI</a:t>
            </a:r>
            <a:endParaRPr lang="en-US" sz="1280" dirty="0"/>
          </a:p>
        </p:txBody>
      </p:sp>
      <p:sp>
        <p:nvSpPr>
          <p:cNvPr id="17" name="Text 15"/>
          <p:cNvSpPr/>
          <p:nvPr/>
        </p:nvSpPr>
        <p:spPr>
          <a:xfrm>
            <a:off x="6784848" y="2423160"/>
            <a:ext cx="12893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synthesis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686800" y="1965960"/>
            <a:ext cx="1508760" cy="841248"/>
          </a:xfrm>
          <a:prstGeom prst="roundRect">
            <a:avLst>
              <a:gd name="adj" fmla="val 7609"/>
            </a:avLst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96528" y="2121408"/>
            <a:ext cx="1289304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280" dirty="0"/>
          </a:p>
        </p:txBody>
      </p:sp>
      <p:sp>
        <p:nvSpPr>
          <p:cNvPr id="20" name="Text 18"/>
          <p:cNvSpPr/>
          <p:nvPr/>
        </p:nvSpPr>
        <p:spPr>
          <a:xfrm>
            <a:off x="8796528" y="2423160"/>
            <a:ext cx="1289304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EAF2F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tabs + citations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176272" y="2377440"/>
            <a:ext cx="438912" cy="0"/>
          </a:xfrm>
          <a:prstGeom prst="line">
            <a:avLst/>
          </a:prstGeom>
          <a:noFill/>
          <a:ln w="16510">
            <a:solidFill>
              <a:srgbClr val="36506F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187952" y="2377440"/>
            <a:ext cx="438912" cy="0"/>
          </a:xfrm>
          <a:prstGeom prst="line">
            <a:avLst/>
          </a:prstGeom>
          <a:noFill/>
          <a:ln w="16510">
            <a:solidFill>
              <a:srgbClr val="36506F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99632" y="2377440"/>
            <a:ext cx="438912" cy="0"/>
          </a:xfrm>
          <a:prstGeom prst="line">
            <a:avLst/>
          </a:prstGeom>
          <a:noFill/>
          <a:ln w="16510">
            <a:solidFill>
              <a:srgbClr val="36506F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11312" y="2377440"/>
            <a:ext cx="438912" cy="0"/>
          </a:xfrm>
          <a:prstGeom prst="line">
            <a:avLst/>
          </a:prstGeom>
          <a:noFill/>
          <a:ln w="16510">
            <a:solidFill>
              <a:srgbClr val="36506F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5840" y="3931920"/>
            <a:ext cx="9875520" cy="1051560"/>
          </a:xfrm>
          <a:prstGeom prst="roundRect">
            <a:avLst>
              <a:gd name="adj" fmla="val 6087"/>
            </a:avLst>
          </a:prstGeom>
          <a:solidFill>
            <a:srgbClr val="F6F7F9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325880" y="4187952"/>
            <a:ext cx="1828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explanation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325880" y="4507992"/>
            <a:ext cx="845820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follows a RAG pattern: retrieve relevant OCI knowledge, use that evidence in the prompt, then generate a structured recommendation.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Is Live In Staging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</a:rPr>
              <a:t>The current runtime is OCI-native, with simple rollback switches.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673"/>
                </a:solidFill>
              </a:rPr>
              <a:t>04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960120" y="1600200"/>
            <a:ext cx="10058400" cy="64008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1801368"/>
            <a:ext cx="1828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Synthesis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3337560" y="1783080"/>
            <a:ext cx="2834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GenAI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00800" y="1783080"/>
            <a:ext cx="4023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xai.grok-4.3</a:t>
            </a:r>
            <a:endParaRPr lang="en-US" sz="1220" dirty="0"/>
          </a:p>
        </p:txBody>
      </p:sp>
      <p:sp>
        <p:nvSpPr>
          <p:cNvPr id="10" name="Shape 8"/>
          <p:cNvSpPr/>
          <p:nvPr/>
        </p:nvSpPr>
        <p:spPr>
          <a:xfrm>
            <a:off x="960120" y="2377440"/>
            <a:ext cx="10058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578608"/>
            <a:ext cx="1828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37560" y="2560320"/>
            <a:ext cx="2834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Oracle AI Vector Search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0" y="2560320"/>
            <a:ext cx="4023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OCI_ARCHITECTURE_CHUNKS_V4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60120" y="3154680"/>
            <a:ext cx="10058400" cy="640080"/>
          </a:xfrm>
          <a:prstGeom prst="roundRect">
            <a:avLst>
              <a:gd name="adj" fmla="val 10000"/>
            </a:avLst>
          </a:prstGeom>
          <a:solidFill>
            <a:srgbClr val="F7F9FB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3355848"/>
            <a:ext cx="1828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Embeddings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337560" y="3337560"/>
            <a:ext cx="2834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OCI GenAI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00800" y="3337560"/>
            <a:ext cx="4023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cohere.embed-v4.0 / 1536 dims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960120" y="3931920"/>
            <a:ext cx="1005840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4133088"/>
            <a:ext cx="18288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Rollback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3337560" y="4114800"/>
            <a:ext cx="283464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Config-only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400800" y="4114800"/>
            <a:ext cx="40233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B66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+ Object Storage/local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960120" y="5074920"/>
            <a:ext cx="10058400" cy="685800"/>
          </a:xfrm>
          <a:prstGeom prst="roundRect">
            <a:avLst>
              <a:gd name="adj" fmla="val 9333"/>
            </a:avLst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5303520"/>
            <a:ext cx="14630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 answer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2788920" y="5285232"/>
            <a:ext cx="74980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No, it is not hardcoded. The format is controlled; the content depends on the prompt, retrieved OCI evidence, and GenAI synthesis.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Script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</a:rPr>
              <a:t>Use one prompt and keep the walkthrough focused.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673"/>
                </a:solidFill>
              </a:rPr>
              <a:t>05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10469880" cy="914400"/>
          </a:xfrm>
          <a:prstGeom prst="roundRect">
            <a:avLst>
              <a:gd name="adj" fmla="val 7000"/>
            </a:avLst>
          </a:prstGeom>
          <a:solidFill>
            <a:srgbClr val="F6F7F9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783080"/>
            <a:ext cx="777240" cy="1463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965960" y="1737360"/>
            <a:ext cx="7772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should I deploy a stateless web app on OCI?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315468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60120" y="3401568"/>
            <a:ext cx="347472" cy="347472"/>
          </a:xfrm>
          <a:prstGeom prst="ellipse">
            <a:avLst/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8992" y="3502152"/>
            <a:ext cx="1097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005840" y="391363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Submit prompt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953512" y="315468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36392" y="3401568"/>
            <a:ext cx="347472" cy="347472"/>
          </a:xfrm>
          <a:prstGeom prst="ellipse">
            <a:avLst/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55264" y="3502152"/>
            <a:ext cx="1097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182112" y="391363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summary and recommendations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129784" y="315468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312664" y="3401568"/>
            <a:ext cx="347472" cy="347472"/>
          </a:xfrm>
          <a:prstGeom prst="ellipse">
            <a:avLst/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31536" y="3502152"/>
            <a:ext cx="1097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358384" y="391363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risks and tradeoffs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306056" y="315468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88936" y="3401568"/>
            <a:ext cx="347472" cy="347472"/>
          </a:xfrm>
          <a:prstGeom prst="ellipse">
            <a:avLst/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07808" y="3502152"/>
            <a:ext cx="1097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534656" y="391363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Click a citation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9482328" y="3154680"/>
            <a:ext cx="2011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665208" y="3401568"/>
            <a:ext cx="347472" cy="347472"/>
          </a:xfrm>
          <a:prstGeom prst="ellipse">
            <a:avLst/>
          </a:prstGeom>
          <a:solidFill>
            <a:srgbClr val="36506F"/>
          </a:solidFill>
          <a:ln w="12700">
            <a:solidFill>
              <a:srgbClr val="36506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784080" y="3502152"/>
            <a:ext cx="109728" cy="91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710928" y="3913632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from the pinned top box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1280160" y="5532120"/>
            <a:ext cx="9326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the demo under three minutes. The value is clarity, evidence, and iteration.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C74634"/>
          </a:solidFill>
          <a:ln w="12700">
            <a:solidFill>
              <a:srgbClr val="C746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475488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720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And Next Steps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85216" y="987552"/>
            <a:ext cx="8686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B6673"/>
                </a:solidFill>
              </a:rPr>
              <a:t>Useful today, with clear controls for what comes next.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11201400" y="6428232"/>
            <a:ext cx="457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5B6673"/>
                </a:solidFill>
              </a:rPr>
              <a:t>06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F6F7F9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874520"/>
            <a:ext cx="201168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650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controls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51560" y="2423160"/>
            <a:ext cx="416052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deterministic synthesis rollback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Object Storage retrieval rollback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local hash embedding rollback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health and retrieval guardrails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evals before material changes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212080" cy="3383280"/>
          </a:xfrm>
          <a:prstGeom prst="roundRect">
            <a:avLst>
              <a:gd name="adj" fmla="val 1892"/>
            </a:avLst>
          </a:prstGeom>
          <a:solidFill>
            <a:srgbClr val="F6F7F9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874520"/>
            <a:ext cx="182880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92240" y="2423160"/>
            <a:ext cx="4160520" cy="1691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restore team-real prompt evals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monitor quality, cost, and latency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expand OCI corpus by real gaps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query cache only if needed</a:t>
            </a:r>
            <a:endParaRPr lang="en-US" sz="1450" dirty="0"/>
          </a:p>
          <a:p>
            <a:pPr algn="l" indent="0" marL="0">
              <a:buNone/>
            </a:pPr>
            <a:r>
              <a:rPr lang="en-US" sz="1450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prepare production checklist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1051560" y="5486400"/>
            <a:ext cx="9966960" cy="502920"/>
          </a:xfrm>
          <a:prstGeom prst="roundRect">
            <a:avLst>
              <a:gd name="adj" fmla="val 12727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80160" y="5660136"/>
            <a:ext cx="54864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7463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874520" y="5632704"/>
            <a:ext cx="804672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0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a practical assistant for faster, evidence-backed OCI architecture reviews.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OCI Architecture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OCI Architecture Studio Simple Team Brief</dc:title>
  <dc:subject>Simple team briefing</dc:subject>
  <dc:creator>OCI Architecture Studio</dc:creator>
  <cp:lastModifiedBy>OCI Architecture Studio</cp:lastModifiedBy>
  <cp:revision>1</cp:revision>
  <dcterms:created xsi:type="dcterms:W3CDTF">2026-05-17T17:45:37Z</dcterms:created>
  <dcterms:modified xsi:type="dcterms:W3CDTF">2026-05-17T17:45:37Z</dcterms:modified>
</cp:coreProperties>
</file>